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260" r:id="rId5"/>
    <p:sldId id="258" r:id="rId6"/>
    <p:sldId id="262" r:id="rId7"/>
    <p:sldId id="261" r:id="rId8"/>
  </p:sldIdLst>
  <p:sldSz cx="5759450" cy="2160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ppy" id="{4B10A8B9-F72A-47A0-99AA-7DE9526C2D86}">
          <p14:sldIdLst>
            <p14:sldId id="256"/>
            <p14:sldId id="257"/>
          </p14:sldIdLst>
        </p14:section>
        <p14:section name="sad" id="{6B2AF22C-0EBD-4CC4-BE9E-34470746D451}">
          <p14:sldIdLst>
            <p14:sldId id="259"/>
          </p14:sldIdLst>
        </p14:section>
        <p14:section name="surprise" id="{08B1794F-E919-43CC-8F35-B912F8F6C4C5}">
          <p14:sldIdLst>
            <p14:sldId id="260"/>
          </p14:sldIdLst>
        </p14:section>
        <p14:section name="neutral" id="{F4C0EBE8-E913-462C-8E88-A7E8033E5520}">
          <p14:sldIdLst>
            <p14:sldId id="258"/>
          </p14:sldIdLst>
        </p14:section>
        <p14:section name="angry" id="{39FC4676-27F0-44E4-A10C-6BEAAAAE4CF8}">
          <p14:sldIdLst>
            <p14:sldId id="262"/>
          </p14:sldIdLst>
        </p14:section>
        <p14:section name="shy" id="{3F62F158-4C04-4186-A5AF-3AA9CBEFF7FB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FEC"/>
    <a:srgbClr val="566791"/>
    <a:srgbClr val="F9D494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67" autoAdjust="0"/>
    <p:restoredTop sz="94660"/>
  </p:normalViewPr>
  <p:slideViewPr>
    <p:cSldViewPr snapToGrid="0">
      <p:cViewPr>
        <p:scale>
          <a:sx n="150" d="100"/>
          <a:sy n="150" d="100"/>
        </p:scale>
        <p:origin x="1170" y="16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7047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4BDC-9F80-4DAE-AD07-62D05FC1E32D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E37E1-3AE7-45FB-9BE3-800A0DCAD8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73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962" y="538647"/>
            <a:ext cx="4967526" cy="898744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962" y="1445894"/>
            <a:ext cx="4967526" cy="472628"/>
          </a:xfrm>
        </p:spPr>
        <p:txBody>
          <a:bodyPr/>
          <a:lstStyle>
            <a:lvl1pPr marL="0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1pPr>
            <a:lvl2pPr marL="144018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2pPr>
            <a:lvl3pPr marL="288036" indent="0">
              <a:buNone/>
              <a:defRPr sz="567">
                <a:solidFill>
                  <a:schemeClr val="tx1">
                    <a:tint val="75000"/>
                  </a:schemeClr>
                </a:solidFill>
              </a:defRPr>
            </a:lvl3pPr>
            <a:lvl4pPr marL="432054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4pPr>
            <a:lvl5pPr marL="576072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5pPr>
            <a:lvl6pPr marL="720090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6pPr>
            <a:lvl7pPr marL="864108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7pPr>
            <a:lvl8pPr marL="1008126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8pPr>
            <a:lvl9pPr marL="1152144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4BDC-9F80-4DAE-AD07-62D05FC1E32D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E37E1-3AE7-45FB-9BE3-800A0DCAD8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150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962" y="575158"/>
            <a:ext cx="2447766" cy="13708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15722" y="575158"/>
            <a:ext cx="2447766" cy="13708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4BDC-9F80-4DAE-AD07-62D05FC1E32D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E37E1-3AE7-45FB-9BE3-800A0DCAD8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12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2" y="115031"/>
            <a:ext cx="4967526" cy="41761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6713" y="529645"/>
            <a:ext cx="2436517" cy="259570"/>
          </a:xfrm>
        </p:spPr>
        <p:txBody>
          <a:bodyPr anchor="b"/>
          <a:lstStyle>
            <a:lvl1pPr marL="0" indent="0">
              <a:buNone/>
              <a:defRPr sz="756" b="1"/>
            </a:lvl1pPr>
            <a:lvl2pPr marL="144018" indent="0">
              <a:buNone/>
              <a:defRPr sz="630" b="1"/>
            </a:lvl2pPr>
            <a:lvl3pPr marL="288036" indent="0">
              <a:buNone/>
              <a:defRPr sz="567" b="1"/>
            </a:lvl3pPr>
            <a:lvl4pPr marL="432054" indent="0">
              <a:buNone/>
              <a:defRPr sz="504" b="1"/>
            </a:lvl4pPr>
            <a:lvl5pPr marL="576072" indent="0">
              <a:buNone/>
              <a:defRPr sz="504" b="1"/>
            </a:lvl5pPr>
            <a:lvl6pPr marL="720090" indent="0">
              <a:buNone/>
              <a:defRPr sz="504" b="1"/>
            </a:lvl6pPr>
            <a:lvl7pPr marL="864108" indent="0">
              <a:buNone/>
              <a:defRPr sz="504" b="1"/>
            </a:lvl7pPr>
            <a:lvl8pPr marL="1008126" indent="0">
              <a:buNone/>
              <a:defRPr sz="504" b="1"/>
            </a:lvl8pPr>
            <a:lvl9pPr marL="1152144" indent="0">
              <a:buNone/>
              <a:defRPr sz="50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6713" y="789215"/>
            <a:ext cx="2436517" cy="116081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5722" y="529645"/>
            <a:ext cx="2448516" cy="259570"/>
          </a:xfrm>
        </p:spPr>
        <p:txBody>
          <a:bodyPr anchor="b"/>
          <a:lstStyle>
            <a:lvl1pPr marL="0" indent="0">
              <a:buNone/>
              <a:defRPr sz="756" b="1"/>
            </a:lvl1pPr>
            <a:lvl2pPr marL="144018" indent="0">
              <a:buNone/>
              <a:defRPr sz="630" b="1"/>
            </a:lvl2pPr>
            <a:lvl3pPr marL="288036" indent="0">
              <a:buNone/>
              <a:defRPr sz="567" b="1"/>
            </a:lvl3pPr>
            <a:lvl4pPr marL="432054" indent="0">
              <a:buNone/>
              <a:defRPr sz="504" b="1"/>
            </a:lvl4pPr>
            <a:lvl5pPr marL="576072" indent="0">
              <a:buNone/>
              <a:defRPr sz="504" b="1"/>
            </a:lvl5pPr>
            <a:lvl6pPr marL="720090" indent="0">
              <a:buNone/>
              <a:defRPr sz="504" b="1"/>
            </a:lvl6pPr>
            <a:lvl7pPr marL="864108" indent="0">
              <a:buNone/>
              <a:defRPr sz="504" b="1"/>
            </a:lvl7pPr>
            <a:lvl8pPr marL="1008126" indent="0">
              <a:buNone/>
              <a:defRPr sz="504" b="1"/>
            </a:lvl8pPr>
            <a:lvl9pPr marL="1152144" indent="0">
              <a:buNone/>
              <a:defRPr sz="50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15722" y="789215"/>
            <a:ext cx="2448516" cy="116081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4BDC-9F80-4DAE-AD07-62D05FC1E32D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E37E1-3AE7-45FB-9BE3-800A0DCAD8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871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4BDC-9F80-4DAE-AD07-62D05FC1E32D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E37E1-3AE7-45FB-9BE3-800A0DCAD8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7036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4BDC-9F80-4DAE-AD07-62D05FC1E32D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E37E1-3AE7-45FB-9BE3-800A0DCAD8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011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3" y="144040"/>
            <a:ext cx="1857572" cy="504137"/>
          </a:xfrm>
        </p:spPr>
        <p:txBody>
          <a:bodyPr anchor="b"/>
          <a:lstStyle>
            <a:lvl1pPr>
              <a:defRPr sz="100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8516" y="311085"/>
            <a:ext cx="2915722" cy="1535418"/>
          </a:xfrm>
        </p:spPr>
        <p:txBody>
          <a:bodyPr/>
          <a:lstStyle>
            <a:lvl1pPr>
              <a:defRPr sz="1008"/>
            </a:lvl1pPr>
            <a:lvl2pPr>
              <a:defRPr sz="882"/>
            </a:lvl2pPr>
            <a:lvl3pPr>
              <a:defRPr sz="756"/>
            </a:lvl3pPr>
            <a:lvl4pPr>
              <a:defRPr sz="630"/>
            </a:lvl4pPr>
            <a:lvl5pPr>
              <a:defRPr sz="630"/>
            </a:lvl5pPr>
            <a:lvl6pPr>
              <a:defRPr sz="630"/>
            </a:lvl6pPr>
            <a:lvl7pPr>
              <a:defRPr sz="630"/>
            </a:lvl7pPr>
            <a:lvl8pPr>
              <a:defRPr sz="630"/>
            </a:lvl8pPr>
            <a:lvl9pPr>
              <a:defRPr sz="63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713" y="648177"/>
            <a:ext cx="1857572" cy="1200827"/>
          </a:xfrm>
        </p:spPr>
        <p:txBody>
          <a:bodyPr/>
          <a:lstStyle>
            <a:lvl1pPr marL="0" indent="0">
              <a:buNone/>
              <a:defRPr sz="504"/>
            </a:lvl1pPr>
            <a:lvl2pPr marL="144018" indent="0">
              <a:buNone/>
              <a:defRPr sz="441"/>
            </a:lvl2pPr>
            <a:lvl3pPr marL="288036" indent="0">
              <a:buNone/>
              <a:defRPr sz="378"/>
            </a:lvl3pPr>
            <a:lvl4pPr marL="432054" indent="0">
              <a:buNone/>
              <a:defRPr sz="315"/>
            </a:lvl4pPr>
            <a:lvl5pPr marL="576072" indent="0">
              <a:buNone/>
              <a:defRPr sz="315"/>
            </a:lvl5pPr>
            <a:lvl6pPr marL="720090" indent="0">
              <a:buNone/>
              <a:defRPr sz="315"/>
            </a:lvl6pPr>
            <a:lvl7pPr marL="864108" indent="0">
              <a:buNone/>
              <a:defRPr sz="315"/>
            </a:lvl7pPr>
            <a:lvl8pPr marL="1008126" indent="0">
              <a:buNone/>
              <a:defRPr sz="315"/>
            </a:lvl8pPr>
            <a:lvl9pPr marL="1152144" indent="0">
              <a:buNone/>
              <a:defRPr sz="31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4BDC-9F80-4DAE-AD07-62D05FC1E32D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E37E1-3AE7-45FB-9BE3-800A0DCAD8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0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3" y="144040"/>
            <a:ext cx="1857572" cy="504137"/>
          </a:xfrm>
        </p:spPr>
        <p:txBody>
          <a:bodyPr anchor="b"/>
          <a:lstStyle>
            <a:lvl1pPr>
              <a:defRPr sz="100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48516" y="311085"/>
            <a:ext cx="2915722" cy="1535418"/>
          </a:xfrm>
        </p:spPr>
        <p:txBody>
          <a:bodyPr anchor="t"/>
          <a:lstStyle>
            <a:lvl1pPr marL="0" indent="0">
              <a:buNone/>
              <a:defRPr sz="1008"/>
            </a:lvl1pPr>
            <a:lvl2pPr marL="144018" indent="0">
              <a:buNone/>
              <a:defRPr sz="882"/>
            </a:lvl2pPr>
            <a:lvl3pPr marL="288036" indent="0">
              <a:buNone/>
              <a:defRPr sz="756"/>
            </a:lvl3pPr>
            <a:lvl4pPr marL="432054" indent="0">
              <a:buNone/>
              <a:defRPr sz="630"/>
            </a:lvl4pPr>
            <a:lvl5pPr marL="576072" indent="0">
              <a:buNone/>
              <a:defRPr sz="630"/>
            </a:lvl5pPr>
            <a:lvl6pPr marL="720090" indent="0">
              <a:buNone/>
              <a:defRPr sz="630"/>
            </a:lvl6pPr>
            <a:lvl7pPr marL="864108" indent="0">
              <a:buNone/>
              <a:defRPr sz="630"/>
            </a:lvl7pPr>
            <a:lvl8pPr marL="1008126" indent="0">
              <a:buNone/>
              <a:defRPr sz="630"/>
            </a:lvl8pPr>
            <a:lvl9pPr marL="1152144" indent="0">
              <a:buNone/>
              <a:defRPr sz="63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713" y="648177"/>
            <a:ext cx="1857572" cy="1200827"/>
          </a:xfrm>
        </p:spPr>
        <p:txBody>
          <a:bodyPr/>
          <a:lstStyle>
            <a:lvl1pPr marL="0" indent="0">
              <a:buNone/>
              <a:defRPr sz="504"/>
            </a:lvl1pPr>
            <a:lvl2pPr marL="144018" indent="0">
              <a:buNone/>
              <a:defRPr sz="441"/>
            </a:lvl2pPr>
            <a:lvl3pPr marL="288036" indent="0">
              <a:buNone/>
              <a:defRPr sz="378"/>
            </a:lvl3pPr>
            <a:lvl4pPr marL="432054" indent="0">
              <a:buNone/>
              <a:defRPr sz="315"/>
            </a:lvl4pPr>
            <a:lvl5pPr marL="576072" indent="0">
              <a:buNone/>
              <a:defRPr sz="315"/>
            </a:lvl5pPr>
            <a:lvl6pPr marL="720090" indent="0">
              <a:buNone/>
              <a:defRPr sz="315"/>
            </a:lvl6pPr>
            <a:lvl7pPr marL="864108" indent="0">
              <a:buNone/>
              <a:defRPr sz="315"/>
            </a:lvl7pPr>
            <a:lvl8pPr marL="1008126" indent="0">
              <a:buNone/>
              <a:defRPr sz="315"/>
            </a:lvl8pPr>
            <a:lvl9pPr marL="1152144" indent="0">
              <a:buNone/>
              <a:defRPr sz="31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4BDC-9F80-4DAE-AD07-62D05FC1E32D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E37E1-3AE7-45FB-9BE3-800A0DCAD8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496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4BDC-9F80-4DAE-AD07-62D05FC1E32D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E37E1-3AE7-45FB-9BE3-800A0DCAD8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2161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21607" y="115032"/>
            <a:ext cx="1241881" cy="183099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5963" y="115032"/>
            <a:ext cx="3653651" cy="183099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4BDC-9F80-4DAE-AD07-62D05FC1E32D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E37E1-3AE7-45FB-9BE3-800A0DCAD8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244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5962" y="115031"/>
            <a:ext cx="4967526" cy="417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5962" y="575158"/>
            <a:ext cx="4967526" cy="1370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5962" y="2002546"/>
            <a:ext cx="1295876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FD4BDC-9F80-4DAE-AD07-62D05FC1E32D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07818" y="2002546"/>
            <a:ext cx="1943814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67612" y="2002546"/>
            <a:ext cx="1295876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CE37E1-3AE7-45FB-9BE3-800A0DCAD8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7070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88036" rtl="0" eaLnBrk="1" latinLnBrk="0" hangingPunct="1">
        <a:lnSpc>
          <a:spcPct val="90000"/>
        </a:lnSpc>
        <a:spcBef>
          <a:spcPct val="0"/>
        </a:spcBef>
        <a:buNone/>
        <a:defRPr sz="138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09" indent="-72009" algn="l" defTabSz="288036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882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2pPr>
      <a:lvl3pPr marL="360045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3pPr>
      <a:lvl4pPr marL="504063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4pPr>
      <a:lvl5pPr marL="648081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5pPr>
      <a:lvl6pPr marL="792099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6pPr>
      <a:lvl7pPr marL="936117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7pPr>
      <a:lvl8pPr marL="1080135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8pPr>
      <a:lvl9pPr marL="1224153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2pPr>
      <a:lvl3pPr marL="288036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3pPr>
      <a:lvl4pPr marL="432054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4pPr>
      <a:lvl5pPr marL="576072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5pPr>
      <a:lvl6pPr marL="720090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6pPr>
      <a:lvl7pPr marL="864108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7pPr>
      <a:lvl8pPr marL="1008126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8pPr>
      <a:lvl9pPr marL="1152144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F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19B52A09-746C-4A77-8C40-CE636AB7FEFB}"/>
              </a:ext>
            </a:extLst>
          </p:cNvPr>
          <p:cNvGrpSpPr/>
          <p:nvPr/>
        </p:nvGrpSpPr>
        <p:grpSpPr>
          <a:xfrm>
            <a:off x="-2" y="-35628"/>
            <a:ext cx="8956679" cy="2211477"/>
            <a:chOff x="-2" y="-35628"/>
            <a:chExt cx="8956679" cy="2211477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C451D314-6B66-4B1F-8B40-F6C1F66F8B21}"/>
                </a:ext>
              </a:extLst>
            </p:cNvPr>
            <p:cNvSpPr/>
            <p:nvPr/>
          </p:nvSpPr>
          <p:spPr>
            <a:xfrm>
              <a:off x="-2" y="0"/>
              <a:ext cx="5759452" cy="2160588"/>
            </a:xfrm>
            <a:prstGeom prst="rect">
              <a:avLst/>
            </a:prstGeom>
            <a:solidFill>
              <a:srgbClr val="EDEF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1786B9F-5F42-4CB0-9C21-C4FF428B2E13}"/>
                </a:ext>
              </a:extLst>
            </p:cNvPr>
            <p:cNvSpPr/>
            <p:nvPr/>
          </p:nvSpPr>
          <p:spPr>
            <a:xfrm>
              <a:off x="2" y="2"/>
              <a:ext cx="5759450" cy="205740"/>
            </a:xfrm>
            <a:prstGeom prst="rect">
              <a:avLst/>
            </a:prstGeom>
            <a:solidFill>
              <a:srgbClr val="5667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8B38588-BE7D-41A3-B5BC-BC7E8A0FF3F9}"/>
                </a:ext>
              </a:extLst>
            </p:cNvPr>
            <p:cNvSpPr/>
            <p:nvPr/>
          </p:nvSpPr>
          <p:spPr>
            <a:xfrm>
              <a:off x="2" y="1805941"/>
              <a:ext cx="5759450" cy="354648"/>
            </a:xfrm>
            <a:prstGeom prst="rect">
              <a:avLst/>
            </a:prstGeom>
            <a:solidFill>
              <a:srgbClr val="F9D4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FAA3FBC0-B52B-434E-BFE7-5A1824519C23}"/>
                </a:ext>
              </a:extLst>
            </p:cNvPr>
            <p:cNvSpPr/>
            <p:nvPr/>
          </p:nvSpPr>
          <p:spPr>
            <a:xfrm>
              <a:off x="1700480" y="540121"/>
              <a:ext cx="3990202" cy="1211735"/>
            </a:xfrm>
            <a:prstGeom prst="roundRect">
              <a:avLst>
                <a:gd name="adj" fmla="val 6593"/>
              </a:avLst>
            </a:prstGeom>
            <a:solidFill>
              <a:srgbClr val="D3D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4CC6DF2E-4762-4939-882E-0F2BBC09A035}"/>
                </a:ext>
              </a:extLst>
            </p:cNvPr>
            <p:cNvGrpSpPr/>
            <p:nvPr/>
          </p:nvGrpSpPr>
          <p:grpSpPr>
            <a:xfrm>
              <a:off x="68772" y="277609"/>
              <a:ext cx="1611630" cy="1456464"/>
              <a:chOff x="0" y="142157"/>
              <a:chExt cx="1771650" cy="1601077"/>
            </a:xfrm>
          </p:grpSpPr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A0538D3D-ACE5-40B8-9F56-072E74DD3B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8770" y="760254"/>
                <a:ext cx="1649878" cy="982980"/>
              </a:xfrm>
              <a:prstGeom prst="rect">
                <a:avLst/>
              </a:prstGeom>
            </p:spPr>
          </p:pic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55D98A18-004D-4547-943B-6FDE4E441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142157"/>
                <a:ext cx="1771650" cy="577156"/>
              </a:xfrm>
              <a:prstGeom prst="rect">
                <a:avLst/>
              </a:prstGeom>
            </p:spPr>
          </p:pic>
        </p:grp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3F786473-D419-4E49-8649-AEB47ADA56A9}"/>
                </a:ext>
              </a:extLst>
            </p:cNvPr>
            <p:cNvSpPr/>
            <p:nvPr/>
          </p:nvSpPr>
          <p:spPr>
            <a:xfrm>
              <a:off x="1700480" y="443356"/>
              <a:ext cx="1458865" cy="45719"/>
            </a:xfrm>
            <a:prstGeom prst="roundRect">
              <a:avLst>
                <a:gd name="adj" fmla="val 34112"/>
              </a:avLst>
            </a:prstGeom>
            <a:solidFill>
              <a:srgbClr val="F9D4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DC2A532E-31BA-432B-8DF6-852710CFED79}"/>
                </a:ext>
              </a:extLst>
            </p:cNvPr>
            <p:cNvSpPr txBox="1"/>
            <p:nvPr/>
          </p:nvSpPr>
          <p:spPr>
            <a:xfrm>
              <a:off x="1624097" y="196556"/>
              <a:ext cx="16116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rgbClr val="566791"/>
                  </a:solidFill>
                  <a:latin typeface="台灣圓體-SemiBold" panose="020B0500000000000000" pitchFamily="34" charset="-120"/>
                  <a:ea typeface="台灣圓體-SemiBold" panose="020B0500000000000000" pitchFamily="34" charset="-120"/>
                </a:rPr>
                <a:t>主教菲比の圣言</a:t>
              </a: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B083E1D6-A760-46B2-AC90-2DE543B69E7E}"/>
                </a:ext>
              </a:extLst>
            </p:cNvPr>
            <p:cNvSpPr txBox="1"/>
            <p:nvPr/>
          </p:nvSpPr>
          <p:spPr>
            <a:xfrm>
              <a:off x="2301240" y="172877"/>
              <a:ext cx="9600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 err="1">
                  <a:solidFill>
                    <a:srgbClr val="F9D494"/>
                  </a:solidFill>
                  <a:latin typeface="Edwardian Script ITC" panose="030303020407070D0804" pitchFamily="66" charset="0"/>
                </a:rPr>
                <a:t>Pheobe</a:t>
              </a:r>
              <a:endParaRPr lang="zh-CN" altLang="en-US" sz="2000" i="1" dirty="0">
                <a:solidFill>
                  <a:srgbClr val="F9D494"/>
                </a:solidFill>
                <a:latin typeface="Edwardian Script ITC" panose="030303020407070D0804" pitchFamily="66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57426F77-C166-4E63-8EDF-313F024B4FF0}"/>
                </a:ext>
              </a:extLst>
            </p:cNvPr>
            <p:cNvSpPr txBox="1"/>
            <p:nvPr/>
          </p:nvSpPr>
          <p:spPr>
            <a:xfrm>
              <a:off x="3392489" y="1898850"/>
              <a:ext cx="33559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566791"/>
                  </a:solidFill>
                  <a:latin typeface="台灣圓體-SemiBold" panose="020B0500000000000000" pitchFamily="34" charset="-120"/>
                  <a:ea typeface="台灣圓體-SemiBold" panose="020B0500000000000000" pitchFamily="34" charset="-120"/>
                </a:rPr>
                <a:t>岁主在上，今天也要打起精神来！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074C21BD-69C1-4783-A762-ACF336C64470}"/>
                </a:ext>
              </a:extLst>
            </p:cNvPr>
            <p:cNvSpPr txBox="1"/>
            <p:nvPr/>
          </p:nvSpPr>
          <p:spPr>
            <a:xfrm>
              <a:off x="4302079" y="1798599"/>
              <a:ext cx="335597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i="1" dirty="0">
                  <a:solidFill>
                    <a:srgbClr val="566791"/>
                  </a:solidFill>
                  <a:latin typeface="台灣圓體-SemiBold" panose="020B0500000000000000" pitchFamily="34" charset="-120"/>
                  <a:ea typeface="台灣圓體-SemiBold" panose="020B0500000000000000" pitchFamily="34" charset="-120"/>
                </a:rPr>
                <a:t>Oh my god, Today needs to hit brain!</a:t>
              </a:r>
              <a:endParaRPr lang="zh-CN" altLang="en-US" sz="600" i="1" dirty="0">
                <a:solidFill>
                  <a:srgbClr val="566791"/>
                </a:solidFill>
                <a:latin typeface="台灣圓體-SemiBold" panose="020B0500000000000000" pitchFamily="34" charset="-120"/>
                <a:ea typeface="台灣圓體-SemiBold" panose="020B0500000000000000" pitchFamily="34" charset="-12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1447335B-086F-4E80-BE8E-FDF6D8E22370}"/>
                </a:ext>
              </a:extLst>
            </p:cNvPr>
            <p:cNvSpPr txBox="1"/>
            <p:nvPr/>
          </p:nvSpPr>
          <p:spPr>
            <a:xfrm>
              <a:off x="4826002" y="-35628"/>
              <a:ext cx="41306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solidFill>
                    <a:srgbClr val="EDEFEC"/>
                  </a:solidFill>
                  <a:latin typeface="Mistral" panose="03090702030407020403" pitchFamily="66" charset="0"/>
                </a:rPr>
                <a:t>Dudududu</a:t>
              </a:r>
              <a:r>
                <a:rPr lang="en-US" altLang="zh-CN" sz="1200" dirty="0">
                  <a:solidFill>
                    <a:srgbClr val="EDEFEC"/>
                  </a:solidFill>
                  <a:latin typeface="Mistral" panose="03090702030407020403" pitchFamily="66" charset="0"/>
                </a:rPr>
                <a:t> </a:t>
              </a:r>
              <a:r>
                <a:rPr lang="en-US" altLang="zh-CN" sz="1200" dirty="0" err="1">
                  <a:solidFill>
                    <a:srgbClr val="EDEFEC"/>
                  </a:solidFill>
                  <a:latin typeface="Mistral" panose="03090702030407020403" pitchFamily="66" charset="0"/>
                </a:rPr>
                <a:t>jiubi</a:t>
              </a:r>
              <a:endParaRPr lang="en-US" altLang="zh-CN" sz="1200" dirty="0">
                <a:solidFill>
                  <a:srgbClr val="EDEFEC"/>
                </a:solidFill>
                <a:latin typeface="Mistral" panose="03090702030407020403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3541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F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19B52A09-746C-4A77-8C40-CE636AB7FEFB}"/>
              </a:ext>
            </a:extLst>
          </p:cNvPr>
          <p:cNvGrpSpPr/>
          <p:nvPr/>
        </p:nvGrpSpPr>
        <p:grpSpPr>
          <a:xfrm>
            <a:off x="-2" y="-35628"/>
            <a:ext cx="8956679" cy="2211477"/>
            <a:chOff x="-2" y="-35628"/>
            <a:chExt cx="8956679" cy="2211477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C451D314-6B66-4B1F-8B40-F6C1F66F8B21}"/>
                </a:ext>
              </a:extLst>
            </p:cNvPr>
            <p:cNvSpPr/>
            <p:nvPr/>
          </p:nvSpPr>
          <p:spPr>
            <a:xfrm>
              <a:off x="-2" y="0"/>
              <a:ext cx="5759452" cy="2160588"/>
            </a:xfrm>
            <a:prstGeom prst="rect">
              <a:avLst/>
            </a:prstGeom>
            <a:solidFill>
              <a:srgbClr val="EDEF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1786B9F-5F42-4CB0-9C21-C4FF428B2E13}"/>
                </a:ext>
              </a:extLst>
            </p:cNvPr>
            <p:cNvSpPr/>
            <p:nvPr/>
          </p:nvSpPr>
          <p:spPr>
            <a:xfrm>
              <a:off x="2" y="2"/>
              <a:ext cx="5759450" cy="205740"/>
            </a:xfrm>
            <a:prstGeom prst="rect">
              <a:avLst/>
            </a:prstGeom>
            <a:solidFill>
              <a:srgbClr val="5667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8B38588-BE7D-41A3-B5BC-BC7E8A0FF3F9}"/>
                </a:ext>
              </a:extLst>
            </p:cNvPr>
            <p:cNvSpPr/>
            <p:nvPr/>
          </p:nvSpPr>
          <p:spPr>
            <a:xfrm>
              <a:off x="2" y="1805941"/>
              <a:ext cx="5759450" cy="354648"/>
            </a:xfrm>
            <a:prstGeom prst="rect">
              <a:avLst/>
            </a:prstGeom>
            <a:solidFill>
              <a:srgbClr val="F9D4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FAA3FBC0-B52B-434E-BFE7-5A1824519C23}"/>
                </a:ext>
              </a:extLst>
            </p:cNvPr>
            <p:cNvSpPr/>
            <p:nvPr/>
          </p:nvSpPr>
          <p:spPr>
            <a:xfrm>
              <a:off x="1700480" y="540121"/>
              <a:ext cx="3990202" cy="1211735"/>
            </a:xfrm>
            <a:prstGeom prst="roundRect">
              <a:avLst>
                <a:gd name="adj" fmla="val 6593"/>
              </a:avLst>
            </a:prstGeom>
            <a:solidFill>
              <a:srgbClr val="D3D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4CC6DF2E-4762-4939-882E-0F2BBC09A035}"/>
                </a:ext>
              </a:extLst>
            </p:cNvPr>
            <p:cNvGrpSpPr/>
            <p:nvPr/>
          </p:nvGrpSpPr>
          <p:grpSpPr>
            <a:xfrm>
              <a:off x="68772" y="277609"/>
              <a:ext cx="1611630" cy="1456464"/>
              <a:chOff x="0" y="142157"/>
              <a:chExt cx="1771650" cy="1601077"/>
            </a:xfrm>
          </p:grpSpPr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A0538D3D-ACE5-40B8-9F56-072E74DD3B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8770" y="760254"/>
                <a:ext cx="1649878" cy="982980"/>
              </a:xfrm>
              <a:prstGeom prst="rect">
                <a:avLst/>
              </a:prstGeom>
            </p:spPr>
          </p:pic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55D98A18-004D-4547-943B-6FDE4E441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142157"/>
                <a:ext cx="1771650" cy="577156"/>
              </a:xfrm>
              <a:prstGeom prst="rect">
                <a:avLst/>
              </a:prstGeom>
            </p:spPr>
          </p:pic>
        </p:grp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3F786473-D419-4E49-8649-AEB47ADA56A9}"/>
                </a:ext>
              </a:extLst>
            </p:cNvPr>
            <p:cNvSpPr/>
            <p:nvPr/>
          </p:nvSpPr>
          <p:spPr>
            <a:xfrm>
              <a:off x="1700480" y="443356"/>
              <a:ext cx="1458865" cy="45719"/>
            </a:xfrm>
            <a:prstGeom prst="roundRect">
              <a:avLst>
                <a:gd name="adj" fmla="val 34112"/>
              </a:avLst>
            </a:prstGeom>
            <a:solidFill>
              <a:srgbClr val="F9D4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DC2A532E-31BA-432B-8DF6-852710CFED79}"/>
                </a:ext>
              </a:extLst>
            </p:cNvPr>
            <p:cNvSpPr txBox="1"/>
            <p:nvPr/>
          </p:nvSpPr>
          <p:spPr>
            <a:xfrm>
              <a:off x="1624097" y="196556"/>
              <a:ext cx="16116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rgbClr val="566791"/>
                  </a:solidFill>
                  <a:latin typeface="台灣圓體-SemiBold" panose="020B0500000000000000" pitchFamily="34" charset="-120"/>
                  <a:ea typeface="台灣圓體-SemiBold" panose="020B0500000000000000" pitchFamily="34" charset="-120"/>
                </a:rPr>
                <a:t>主教菲比の圣言</a:t>
              </a: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B083E1D6-A760-46B2-AC90-2DE543B69E7E}"/>
                </a:ext>
              </a:extLst>
            </p:cNvPr>
            <p:cNvSpPr txBox="1"/>
            <p:nvPr/>
          </p:nvSpPr>
          <p:spPr>
            <a:xfrm>
              <a:off x="2301240" y="172877"/>
              <a:ext cx="9600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 err="1">
                  <a:solidFill>
                    <a:srgbClr val="F9D494"/>
                  </a:solidFill>
                  <a:latin typeface="Edwardian Script ITC" panose="030303020407070D0804" pitchFamily="66" charset="0"/>
                </a:rPr>
                <a:t>Pheobe</a:t>
              </a:r>
              <a:endParaRPr lang="zh-CN" altLang="en-US" sz="2000" i="1" dirty="0">
                <a:solidFill>
                  <a:srgbClr val="F9D494"/>
                </a:solidFill>
                <a:latin typeface="Edwardian Script ITC" panose="030303020407070D0804" pitchFamily="66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57426F77-C166-4E63-8EDF-313F024B4FF0}"/>
                </a:ext>
              </a:extLst>
            </p:cNvPr>
            <p:cNvSpPr txBox="1"/>
            <p:nvPr/>
          </p:nvSpPr>
          <p:spPr>
            <a:xfrm>
              <a:off x="3392489" y="1898850"/>
              <a:ext cx="33559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566791"/>
                  </a:solidFill>
                  <a:latin typeface="台灣圓體-SemiBold" panose="020B0500000000000000" pitchFamily="34" charset="-120"/>
                  <a:ea typeface="台灣圓體-SemiBold" panose="020B0500000000000000" pitchFamily="34" charset="-120"/>
                </a:rPr>
                <a:t>岁主在上，今天也要打起精神来！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074C21BD-69C1-4783-A762-ACF336C64470}"/>
                </a:ext>
              </a:extLst>
            </p:cNvPr>
            <p:cNvSpPr txBox="1"/>
            <p:nvPr/>
          </p:nvSpPr>
          <p:spPr>
            <a:xfrm>
              <a:off x="4302079" y="1798599"/>
              <a:ext cx="335597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i="1" dirty="0">
                  <a:solidFill>
                    <a:srgbClr val="566791"/>
                  </a:solidFill>
                  <a:latin typeface="台灣圓體-SemiBold" panose="020B0500000000000000" pitchFamily="34" charset="-120"/>
                  <a:ea typeface="台灣圓體-SemiBold" panose="020B0500000000000000" pitchFamily="34" charset="-120"/>
                </a:rPr>
                <a:t>Oh my god, Today needs to hit brain!</a:t>
              </a:r>
              <a:endParaRPr lang="zh-CN" altLang="en-US" sz="600" i="1" dirty="0">
                <a:solidFill>
                  <a:srgbClr val="566791"/>
                </a:solidFill>
                <a:latin typeface="台灣圓體-SemiBold" panose="020B0500000000000000" pitchFamily="34" charset="-120"/>
                <a:ea typeface="台灣圓體-SemiBold" panose="020B0500000000000000" pitchFamily="34" charset="-12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1447335B-086F-4E80-BE8E-FDF6D8E22370}"/>
                </a:ext>
              </a:extLst>
            </p:cNvPr>
            <p:cNvSpPr txBox="1"/>
            <p:nvPr/>
          </p:nvSpPr>
          <p:spPr>
            <a:xfrm>
              <a:off x="4826002" y="-35628"/>
              <a:ext cx="41306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solidFill>
                    <a:srgbClr val="EDEFEC"/>
                  </a:solidFill>
                  <a:latin typeface="Mistral" panose="03090702030407020403" pitchFamily="66" charset="0"/>
                </a:rPr>
                <a:t>Dudududu</a:t>
              </a:r>
              <a:r>
                <a:rPr lang="en-US" altLang="zh-CN" sz="1200" dirty="0">
                  <a:solidFill>
                    <a:srgbClr val="EDEFEC"/>
                  </a:solidFill>
                  <a:latin typeface="Mistral" panose="03090702030407020403" pitchFamily="66" charset="0"/>
                </a:rPr>
                <a:t> </a:t>
              </a:r>
              <a:r>
                <a:rPr lang="en-US" altLang="zh-CN" sz="1200" dirty="0" err="1">
                  <a:solidFill>
                    <a:srgbClr val="EDEFEC"/>
                  </a:solidFill>
                  <a:latin typeface="Mistral" panose="03090702030407020403" pitchFamily="66" charset="0"/>
                </a:rPr>
                <a:t>jiubi</a:t>
              </a:r>
              <a:endParaRPr lang="en-US" altLang="zh-CN" sz="1200" dirty="0">
                <a:solidFill>
                  <a:srgbClr val="EDEFEC"/>
                </a:solidFill>
                <a:latin typeface="Mistral" panose="03090702030407020403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4615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F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19B52A09-746C-4A77-8C40-CE636AB7FEFB}"/>
              </a:ext>
            </a:extLst>
          </p:cNvPr>
          <p:cNvGrpSpPr/>
          <p:nvPr/>
        </p:nvGrpSpPr>
        <p:grpSpPr>
          <a:xfrm>
            <a:off x="-2" y="-35628"/>
            <a:ext cx="8956679" cy="2211477"/>
            <a:chOff x="-2" y="-35628"/>
            <a:chExt cx="8956679" cy="2211477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C451D314-6B66-4B1F-8B40-F6C1F66F8B21}"/>
                </a:ext>
              </a:extLst>
            </p:cNvPr>
            <p:cNvSpPr/>
            <p:nvPr/>
          </p:nvSpPr>
          <p:spPr>
            <a:xfrm>
              <a:off x="-2" y="0"/>
              <a:ext cx="5759452" cy="2160588"/>
            </a:xfrm>
            <a:prstGeom prst="rect">
              <a:avLst/>
            </a:prstGeom>
            <a:solidFill>
              <a:srgbClr val="EDEF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1786B9F-5F42-4CB0-9C21-C4FF428B2E13}"/>
                </a:ext>
              </a:extLst>
            </p:cNvPr>
            <p:cNvSpPr/>
            <p:nvPr/>
          </p:nvSpPr>
          <p:spPr>
            <a:xfrm>
              <a:off x="2" y="2"/>
              <a:ext cx="5759450" cy="205740"/>
            </a:xfrm>
            <a:prstGeom prst="rect">
              <a:avLst/>
            </a:prstGeom>
            <a:solidFill>
              <a:srgbClr val="5667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8B38588-BE7D-41A3-B5BC-BC7E8A0FF3F9}"/>
                </a:ext>
              </a:extLst>
            </p:cNvPr>
            <p:cNvSpPr/>
            <p:nvPr/>
          </p:nvSpPr>
          <p:spPr>
            <a:xfrm>
              <a:off x="2" y="1805941"/>
              <a:ext cx="5759450" cy="354648"/>
            </a:xfrm>
            <a:prstGeom prst="rect">
              <a:avLst/>
            </a:prstGeom>
            <a:solidFill>
              <a:srgbClr val="F9D4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FAA3FBC0-B52B-434E-BFE7-5A1824519C23}"/>
                </a:ext>
              </a:extLst>
            </p:cNvPr>
            <p:cNvSpPr/>
            <p:nvPr/>
          </p:nvSpPr>
          <p:spPr>
            <a:xfrm>
              <a:off x="1700480" y="540121"/>
              <a:ext cx="3990202" cy="1211735"/>
            </a:xfrm>
            <a:prstGeom prst="roundRect">
              <a:avLst>
                <a:gd name="adj" fmla="val 6593"/>
              </a:avLst>
            </a:prstGeom>
            <a:solidFill>
              <a:srgbClr val="D3D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4CC6DF2E-4762-4939-882E-0F2BBC09A035}"/>
                </a:ext>
              </a:extLst>
            </p:cNvPr>
            <p:cNvGrpSpPr/>
            <p:nvPr/>
          </p:nvGrpSpPr>
          <p:grpSpPr>
            <a:xfrm>
              <a:off x="68772" y="277609"/>
              <a:ext cx="1611630" cy="1456464"/>
              <a:chOff x="0" y="142157"/>
              <a:chExt cx="1771650" cy="1601077"/>
            </a:xfrm>
          </p:grpSpPr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A0538D3D-ACE5-40B8-9F56-072E74DD3B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8770" y="760254"/>
                <a:ext cx="1649878" cy="982980"/>
              </a:xfrm>
              <a:prstGeom prst="rect">
                <a:avLst/>
              </a:prstGeom>
            </p:spPr>
          </p:pic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55D98A18-004D-4547-943B-6FDE4E441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142157"/>
                <a:ext cx="1771650" cy="577156"/>
              </a:xfrm>
              <a:prstGeom prst="rect">
                <a:avLst/>
              </a:prstGeom>
            </p:spPr>
          </p:pic>
        </p:grp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3F786473-D419-4E49-8649-AEB47ADA56A9}"/>
                </a:ext>
              </a:extLst>
            </p:cNvPr>
            <p:cNvSpPr/>
            <p:nvPr/>
          </p:nvSpPr>
          <p:spPr>
            <a:xfrm>
              <a:off x="1700480" y="443356"/>
              <a:ext cx="1458865" cy="45719"/>
            </a:xfrm>
            <a:prstGeom prst="roundRect">
              <a:avLst>
                <a:gd name="adj" fmla="val 34112"/>
              </a:avLst>
            </a:prstGeom>
            <a:solidFill>
              <a:srgbClr val="F9D4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DC2A532E-31BA-432B-8DF6-852710CFED79}"/>
                </a:ext>
              </a:extLst>
            </p:cNvPr>
            <p:cNvSpPr txBox="1"/>
            <p:nvPr/>
          </p:nvSpPr>
          <p:spPr>
            <a:xfrm>
              <a:off x="1624097" y="196556"/>
              <a:ext cx="16116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rgbClr val="566791"/>
                  </a:solidFill>
                  <a:latin typeface="台灣圓體-SemiBold" panose="020B0500000000000000" pitchFamily="34" charset="-120"/>
                  <a:ea typeface="台灣圓體-SemiBold" panose="020B0500000000000000" pitchFamily="34" charset="-120"/>
                </a:rPr>
                <a:t>主教菲比の圣言</a:t>
              </a: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B083E1D6-A760-46B2-AC90-2DE543B69E7E}"/>
                </a:ext>
              </a:extLst>
            </p:cNvPr>
            <p:cNvSpPr txBox="1"/>
            <p:nvPr/>
          </p:nvSpPr>
          <p:spPr>
            <a:xfrm>
              <a:off x="2301240" y="172877"/>
              <a:ext cx="9600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 err="1">
                  <a:solidFill>
                    <a:srgbClr val="F9D494"/>
                  </a:solidFill>
                  <a:latin typeface="Edwardian Script ITC" panose="030303020407070D0804" pitchFamily="66" charset="0"/>
                </a:rPr>
                <a:t>Pheobe</a:t>
              </a:r>
              <a:endParaRPr lang="zh-CN" altLang="en-US" sz="2000" i="1" dirty="0">
                <a:solidFill>
                  <a:srgbClr val="F9D494"/>
                </a:solidFill>
                <a:latin typeface="Edwardian Script ITC" panose="030303020407070D0804" pitchFamily="66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57426F77-C166-4E63-8EDF-313F024B4FF0}"/>
                </a:ext>
              </a:extLst>
            </p:cNvPr>
            <p:cNvSpPr txBox="1"/>
            <p:nvPr/>
          </p:nvSpPr>
          <p:spPr>
            <a:xfrm>
              <a:off x="3392489" y="1898850"/>
              <a:ext cx="33559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566791"/>
                  </a:solidFill>
                  <a:latin typeface="台灣圓體-SemiBold" panose="020B0500000000000000" pitchFamily="34" charset="-120"/>
                  <a:ea typeface="台灣圓體-SemiBold" panose="020B0500000000000000" pitchFamily="34" charset="-120"/>
                </a:rPr>
                <a:t>岁主在上，今天也要打起精神来！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074C21BD-69C1-4783-A762-ACF336C64470}"/>
                </a:ext>
              </a:extLst>
            </p:cNvPr>
            <p:cNvSpPr txBox="1"/>
            <p:nvPr/>
          </p:nvSpPr>
          <p:spPr>
            <a:xfrm>
              <a:off x="4302079" y="1798599"/>
              <a:ext cx="335597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i="1" dirty="0">
                  <a:solidFill>
                    <a:srgbClr val="566791"/>
                  </a:solidFill>
                  <a:latin typeface="台灣圓體-SemiBold" panose="020B0500000000000000" pitchFamily="34" charset="-120"/>
                  <a:ea typeface="台灣圓體-SemiBold" panose="020B0500000000000000" pitchFamily="34" charset="-120"/>
                </a:rPr>
                <a:t>Oh my god, Today needs to hit brain!</a:t>
              </a:r>
              <a:endParaRPr lang="zh-CN" altLang="en-US" sz="600" i="1" dirty="0">
                <a:solidFill>
                  <a:srgbClr val="566791"/>
                </a:solidFill>
                <a:latin typeface="台灣圓體-SemiBold" panose="020B0500000000000000" pitchFamily="34" charset="-120"/>
                <a:ea typeface="台灣圓體-SemiBold" panose="020B0500000000000000" pitchFamily="34" charset="-12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1447335B-086F-4E80-BE8E-FDF6D8E22370}"/>
                </a:ext>
              </a:extLst>
            </p:cNvPr>
            <p:cNvSpPr txBox="1"/>
            <p:nvPr/>
          </p:nvSpPr>
          <p:spPr>
            <a:xfrm>
              <a:off x="4826002" y="-35628"/>
              <a:ext cx="41306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solidFill>
                    <a:srgbClr val="EDEFEC"/>
                  </a:solidFill>
                  <a:latin typeface="Mistral" panose="03090702030407020403" pitchFamily="66" charset="0"/>
                </a:rPr>
                <a:t>Dudududu</a:t>
              </a:r>
              <a:r>
                <a:rPr lang="en-US" altLang="zh-CN" sz="1200" dirty="0">
                  <a:solidFill>
                    <a:srgbClr val="EDEFEC"/>
                  </a:solidFill>
                  <a:latin typeface="Mistral" panose="03090702030407020403" pitchFamily="66" charset="0"/>
                </a:rPr>
                <a:t> </a:t>
              </a:r>
              <a:r>
                <a:rPr lang="en-US" altLang="zh-CN" sz="1200" dirty="0" err="1">
                  <a:solidFill>
                    <a:srgbClr val="EDEFEC"/>
                  </a:solidFill>
                  <a:latin typeface="Mistral" panose="03090702030407020403" pitchFamily="66" charset="0"/>
                </a:rPr>
                <a:t>jiubi</a:t>
              </a:r>
              <a:endParaRPr lang="en-US" altLang="zh-CN" sz="1200" dirty="0">
                <a:solidFill>
                  <a:srgbClr val="EDEFEC"/>
                </a:solidFill>
                <a:latin typeface="Mistral" panose="03090702030407020403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9935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F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19B52A09-746C-4A77-8C40-CE636AB7FEFB}"/>
              </a:ext>
            </a:extLst>
          </p:cNvPr>
          <p:cNvGrpSpPr/>
          <p:nvPr/>
        </p:nvGrpSpPr>
        <p:grpSpPr>
          <a:xfrm>
            <a:off x="-2" y="-35628"/>
            <a:ext cx="8956679" cy="2211477"/>
            <a:chOff x="-2" y="-35628"/>
            <a:chExt cx="8956679" cy="2211477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C451D314-6B66-4B1F-8B40-F6C1F66F8B21}"/>
                </a:ext>
              </a:extLst>
            </p:cNvPr>
            <p:cNvSpPr/>
            <p:nvPr/>
          </p:nvSpPr>
          <p:spPr>
            <a:xfrm>
              <a:off x="-2" y="0"/>
              <a:ext cx="5759452" cy="2160588"/>
            </a:xfrm>
            <a:prstGeom prst="rect">
              <a:avLst/>
            </a:prstGeom>
            <a:solidFill>
              <a:srgbClr val="EDEF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1786B9F-5F42-4CB0-9C21-C4FF428B2E13}"/>
                </a:ext>
              </a:extLst>
            </p:cNvPr>
            <p:cNvSpPr/>
            <p:nvPr/>
          </p:nvSpPr>
          <p:spPr>
            <a:xfrm>
              <a:off x="2" y="2"/>
              <a:ext cx="5759450" cy="205740"/>
            </a:xfrm>
            <a:prstGeom prst="rect">
              <a:avLst/>
            </a:prstGeom>
            <a:solidFill>
              <a:srgbClr val="5667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8B38588-BE7D-41A3-B5BC-BC7E8A0FF3F9}"/>
                </a:ext>
              </a:extLst>
            </p:cNvPr>
            <p:cNvSpPr/>
            <p:nvPr/>
          </p:nvSpPr>
          <p:spPr>
            <a:xfrm>
              <a:off x="2" y="1805941"/>
              <a:ext cx="5759450" cy="354648"/>
            </a:xfrm>
            <a:prstGeom prst="rect">
              <a:avLst/>
            </a:prstGeom>
            <a:solidFill>
              <a:srgbClr val="F9D4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FAA3FBC0-B52B-434E-BFE7-5A1824519C23}"/>
                </a:ext>
              </a:extLst>
            </p:cNvPr>
            <p:cNvSpPr/>
            <p:nvPr/>
          </p:nvSpPr>
          <p:spPr>
            <a:xfrm>
              <a:off x="1700480" y="540121"/>
              <a:ext cx="3990202" cy="1211735"/>
            </a:xfrm>
            <a:prstGeom prst="roundRect">
              <a:avLst>
                <a:gd name="adj" fmla="val 6593"/>
              </a:avLst>
            </a:prstGeom>
            <a:solidFill>
              <a:srgbClr val="D3D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4CC6DF2E-4762-4939-882E-0F2BBC09A035}"/>
                </a:ext>
              </a:extLst>
            </p:cNvPr>
            <p:cNvGrpSpPr/>
            <p:nvPr/>
          </p:nvGrpSpPr>
          <p:grpSpPr>
            <a:xfrm>
              <a:off x="68772" y="277609"/>
              <a:ext cx="1611630" cy="1456464"/>
              <a:chOff x="0" y="142157"/>
              <a:chExt cx="1771650" cy="1601077"/>
            </a:xfrm>
          </p:grpSpPr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A0538D3D-ACE5-40B8-9F56-072E74DD3B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8770" y="760254"/>
                <a:ext cx="1649878" cy="982980"/>
              </a:xfrm>
              <a:prstGeom prst="rect">
                <a:avLst/>
              </a:prstGeom>
            </p:spPr>
          </p:pic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55D98A18-004D-4547-943B-6FDE4E441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142157"/>
                <a:ext cx="1771650" cy="577156"/>
              </a:xfrm>
              <a:prstGeom prst="rect">
                <a:avLst/>
              </a:prstGeom>
            </p:spPr>
          </p:pic>
        </p:grp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3F786473-D419-4E49-8649-AEB47ADA56A9}"/>
                </a:ext>
              </a:extLst>
            </p:cNvPr>
            <p:cNvSpPr/>
            <p:nvPr/>
          </p:nvSpPr>
          <p:spPr>
            <a:xfrm>
              <a:off x="1700480" y="443356"/>
              <a:ext cx="1458865" cy="45719"/>
            </a:xfrm>
            <a:prstGeom prst="roundRect">
              <a:avLst>
                <a:gd name="adj" fmla="val 34112"/>
              </a:avLst>
            </a:prstGeom>
            <a:solidFill>
              <a:srgbClr val="F9D4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DC2A532E-31BA-432B-8DF6-852710CFED79}"/>
                </a:ext>
              </a:extLst>
            </p:cNvPr>
            <p:cNvSpPr txBox="1"/>
            <p:nvPr/>
          </p:nvSpPr>
          <p:spPr>
            <a:xfrm>
              <a:off x="1624097" y="196556"/>
              <a:ext cx="16116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rgbClr val="566791"/>
                  </a:solidFill>
                  <a:latin typeface="台灣圓體-SemiBold" panose="020B0500000000000000" pitchFamily="34" charset="-120"/>
                  <a:ea typeface="台灣圓體-SemiBold" panose="020B0500000000000000" pitchFamily="34" charset="-120"/>
                </a:rPr>
                <a:t>主教菲比の圣言</a:t>
              </a: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B083E1D6-A760-46B2-AC90-2DE543B69E7E}"/>
                </a:ext>
              </a:extLst>
            </p:cNvPr>
            <p:cNvSpPr txBox="1"/>
            <p:nvPr/>
          </p:nvSpPr>
          <p:spPr>
            <a:xfrm>
              <a:off x="2301240" y="172877"/>
              <a:ext cx="9600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 err="1">
                  <a:solidFill>
                    <a:srgbClr val="F9D494"/>
                  </a:solidFill>
                  <a:latin typeface="Edwardian Script ITC" panose="030303020407070D0804" pitchFamily="66" charset="0"/>
                </a:rPr>
                <a:t>Pheobe</a:t>
              </a:r>
              <a:endParaRPr lang="zh-CN" altLang="en-US" sz="2000" i="1" dirty="0">
                <a:solidFill>
                  <a:srgbClr val="F9D494"/>
                </a:solidFill>
                <a:latin typeface="Edwardian Script ITC" panose="030303020407070D0804" pitchFamily="66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57426F77-C166-4E63-8EDF-313F024B4FF0}"/>
                </a:ext>
              </a:extLst>
            </p:cNvPr>
            <p:cNvSpPr txBox="1"/>
            <p:nvPr/>
          </p:nvSpPr>
          <p:spPr>
            <a:xfrm>
              <a:off x="3392489" y="1898850"/>
              <a:ext cx="33559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566791"/>
                  </a:solidFill>
                  <a:latin typeface="台灣圓體-SemiBold" panose="020B0500000000000000" pitchFamily="34" charset="-120"/>
                  <a:ea typeface="台灣圓體-SemiBold" panose="020B0500000000000000" pitchFamily="34" charset="-120"/>
                </a:rPr>
                <a:t>岁主在上，今天也要打起精神来！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074C21BD-69C1-4783-A762-ACF336C64470}"/>
                </a:ext>
              </a:extLst>
            </p:cNvPr>
            <p:cNvSpPr txBox="1"/>
            <p:nvPr/>
          </p:nvSpPr>
          <p:spPr>
            <a:xfrm>
              <a:off x="4302079" y="1798599"/>
              <a:ext cx="335597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i="1" dirty="0">
                  <a:solidFill>
                    <a:srgbClr val="566791"/>
                  </a:solidFill>
                  <a:latin typeface="台灣圓體-SemiBold" panose="020B0500000000000000" pitchFamily="34" charset="-120"/>
                  <a:ea typeface="台灣圓體-SemiBold" panose="020B0500000000000000" pitchFamily="34" charset="-120"/>
                </a:rPr>
                <a:t>Oh my god, Today needs to hit brain!</a:t>
              </a:r>
              <a:endParaRPr lang="zh-CN" altLang="en-US" sz="600" i="1" dirty="0">
                <a:solidFill>
                  <a:srgbClr val="566791"/>
                </a:solidFill>
                <a:latin typeface="台灣圓體-SemiBold" panose="020B0500000000000000" pitchFamily="34" charset="-120"/>
                <a:ea typeface="台灣圓體-SemiBold" panose="020B0500000000000000" pitchFamily="34" charset="-12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1447335B-086F-4E80-BE8E-FDF6D8E22370}"/>
                </a:ext>
              </a:extLst>
            </p:cNvPr>
            <p:cNvSpPr txBox="1"/>
            <p:nvPr/>
          </p:nvSpPr>
          <p:spPr>
            <a:xfrm>
              <a:off x="4826002" y="-35628"/>
              <a:ext cx="41306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solidFill>
                    <a:srgbClr val="EDEFEC"/>
                  </a:solidFill>
                  <a:latin typeface="Mistral" panose="03090702030407020403" pitchFamily="66" charset="0"/>
                </a:rPr>
                <a:t>Dudududu</a:t>
              </a:r>
              <a:r>
                <a:rPr lang="en-US" altLang="zh-CN" sz="1200" dirty="0">
                  <a:solidFill>
                    <a:srgbClr val="EDEFEC"/>
                  </a:solidFill>
                  <a:latin typeface="Mistral" panose="03090702030407020403" pitchFamily="66" charset="0"/>
                </a:rPr>
                <a:t> </a:t>
              </a:r>
              <a:r>
                <a:rPr lang="en-US" altLang="zh-CN" sz="1200" dirty="0" err="1">
                  <a:solidFill>
                    <a:srgbClr val="EDEFEC"/>
                  </a:solidFill>
                  <a:latin typeface="Mistral" panose="03090702030407020403" pitchFamily="66" charset="0"/>
                </a:rPr>
                <a:t>jiubi</a:t>
              </a:r>
              <a:endParaRPr lang="en-US" altLang="zh-CN" sz="1200" dirty="0">
                <a:solidFill>
                  <a:srgbClr val="EDEFEC"/>
                </a:solidFill>
                <a:latin typeface="Mistral" panose="03090702030407020403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1686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F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19B52A09-746C-4A77-8C40-CE636AB7FEFB}"/>
              </a:ext>
            </a:extLst>
          </p:cNvPr>
          <p:cNvGrpSpPr/>
          <p:nvPr/>
        </p:nvGrpSpPr>
        <p:grpSpPr>
          <a:xfrm>
            <a:off x="-2" y="-35628"/>
            <a:ext cx="8956679" cy="2211477"/>
            <a:chOff x="-2" y="-35628"/>
            <a:chExt cx="8956679" cy="2211477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C451D314-6B66-4B1F-8B40-F6C1F66F8B21}"/>
                </a:ext>
              </a:extLst>
            </p:cNvPr>
            <p:cNvSpPr/>
            <p:nvPr/>
          </p:nvSpPr>
          <p:spPr>
            <a:xfrm>
              <a:off x="-2" y="0"/>
              <a:ext cx="5759452" cy="2160588"/>
            </a:xfrm>
            <a:prstGeom prst="rect">
              <a:avLst/>
            </a:prstGeom>
            <a:solidFill>
              <a:srgbClr val="EDEF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1786B9F-5F42-4CB0-9C21-C4FF428B2E13}"/>
                </a:ext>
              </a:extLst>
            </p:cNvPr>
            <p:cNvSpPr/>
            <p:nvPr/>
          </p:nvSpPr>
          <p:spPr>
            <a:xfrm>
              <a:off x="2" y="2"/>
              <a:ext cx="5759450" cy="205740"/>
            </a:xfrm>
            <a:prstGeom prst="rect">
              <a:avLst/>
            </a:prstGeom>
            <a:solidFill>
              <a:srgbClr val="5667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8B38588-BE7D-41A3-B5BC-BC7E8A0FF3F9}"/>
                </a:ext>
              </a:extLst>
            </p:cNvPr>
            <p:cNvSpPr/>
            <p:nvPr/>
          </p:nvSpPr>
          <p:spPr>
            <a:xfrm>
              <a:off x="2" y="1805941"/>
              <a:ext cx="5759450" cy="354648"/>
            </a:xfrm>
            <a:prstGeom prst="rect">
              <a:avLst/>
            </a:prstGeom>
            <a:solidFill>
              <a:srgbClr val="F9D4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FAA3FBC0-B52B-434E-BFE7-5A1824519C23}"/>
                </a:ext>
              </a:extLst>
            </p:cNvPr>
            <p:cNvSpPr/>
            <p:nvPr/>
          </p:nvSpPr>
          <p:spPr>
            <a:xfrm>
              <a:off x="1700480" y="540121"/>
              <a:ext cx="3990202" cy="1211735"/>
            </a:xfrm>
            <a:prstGeom prst="roundRect">
              <a:avLst>
                <a:gd name="adj" fmla="val 6593"/>
              </a:avLst>
            </a:prstGeom>
            <a:solidFill>
              <a:srgbClr val="D3D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4CC6DF2E-4762-4939-882E-0F2BBC09A035}"/>
                </a:ext>
              </a:extLst>
            </p:cNvPr>
            <p:cNvGrpSpPr/>
            <p:nvPr/>
          </p:nvGrpSpPr>
          <p:grpSpPr>
            <a:xfrm>
              <a:off x="68772" y="277609"/>
              <a:ext cx="1611630" cy="1456464"/>
              <a:chOff x="0" y="142157"/>
              <a:chExt cx="1771650" cy="1601077"/>
            </a:xfrm>
          </p:grpSpPr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A0538D3D-ACE5-40B8-9F56-072E74DD3B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8770" y="760254"/>
                <a:ext cx="1649878" cy="982980"/>
              </a:xfrm>
              <a:prstGeom prst="rect">
                <a:avLst/>
              </a:prstGeom>
            </p:spPr>
          </p:pic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55D98A18-004D-4547-943B-6FDE4E441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142157"/>
                <a:ext cx="1771650" cy="577156"/>
              </a:xfrm>
              <a:prstGeom prst="rect">
                <a:avLst/>
              </a:prstGeom>
            </p:spPr>
          </p:pic>
        </p:grp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3F786473-D419-4E49-8649-AEB47ADA56A9}"/>
                </a:ext>
              </a:extLst>
            </p:cNvPr>
            <p:cNvSpPr/>
            <p:nvPr/>
          </p:nvSpPr>
          <p:spPr>
            <a:xfrm>
              <a:off x="1700480" y="443356"/>
              <a:ext cx="1458865" cy="45719"/>
            </a:xfrm>
            <a:prstGeom prst="roundRect">
              <a:avLst>
                <a:gd name="adj" fmla="val 34112"/>
              </a:avLst>
            </a:prstGeom>
            <a:solidFill>
              <a:srgbClr val="F9D4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DC2A532E-31BA-432B-8DF6-852710CFED79}"/>
                </a:ext>
              </a:extLst>
            </p:cNvPr>
            <p:cNvSpPr txBox="1"/>
            <p:nvPr/>
          </p:nvSpPr>
          <p:spPr>
            <a:xfrm>
              <a:off x="1624097" y="196556"/>
              <a:ext cx="16116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rgbClr val="566791"/>
                  </a:solidFill>
                  <a:latin typeface="台灣圓體-SemiBold" panose="020B0500000000000000" pitchFamily="34" charset="-120"/>
                  <a:ea typeface="台灣圓體-SemiBold" panose="020B0500000000000000" pitchFamily="34" charset="-120"/>
                </a:rPr>
                <a:t>主教菲比の圣言</a:t>
              </a: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B083E1D6-A760-46B2-AC90-2DE543B69E7E}"/>
                </a:ext>
              </a:extLst>
            </p:cNvPr>
            <p:cNvSpPr txBox="1"/>
            <p:nvPr/>
          </p:nvSpPr>
          <p:spPr>
            <a:xfrm>
              <a:off x="2301240" y="172877"/>
              <a:ext cx="9600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 err="1">
                  <a:solidFill>
                    <a:srgbClr val="F9D494"/>
                  </a:solidFill>
                  <a:latin typeface="Edwardian Script ITC" panose="030303020407070D0804" pitchFamily="66" charset="0"/>
                </a:rPr>
                <a:t>Pheobe</a:t>
              </a:r>
              <a:endParaRPr lang="zh-CN" altLang="en-US" sz="2000" i="1" dirty="0">
                <a:solidFill>
                  <a:srgbClr val="F9D494"/>
                </a:solidFill>
                <a:latin typeface="Edwardian Script ITC" panose="030303020407070D0804" pitchFamily="66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57426F77-C166-4E63-8EDF-313F024B4FF0}"/>
                </a:ext>
              </a:extLst>
            </p:cNvPr>
            <p:cNvSpPr txBox="1"/>
            <p:nvPr/>
          </p:nvSpPr>
          <p:spPr>
            <a:xfrm>
              <a:off x="3392489" y="1898850"/>
              <a:ext cx="33559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566791"/>
                  </a:solidFill>
                  <a:latin typeface="台灣圓體-SemiBold" panose="020B0500000000000000" pitchFamily="34" charset="-120"/>
                  <a:ea typeface="台灣圓體-SemiBold" panose="020B0500000000000000" pitchFamily="34" charset="-120"/>
                </a:rPr>
                <a:t>岁主在上，今天也要打起精神来！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074C21BD-69C1-4783-A762-ACF336C64470}"/>
                </a:ext>
              </a:extLst>
            </p:cNvPr>
            <p:cNvSpPr txBox="1"/>
            <p:nvPr/>
          </p:nvSpPr>
          <p:spPr>
            <a:xfrm>
              <a:off x="4302079" y="1798599"/>
              <a:ext cx="335597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i="1" dirty="0">
                  <a:solidFill>
                    <a:srgbClr val="566791"/>
                  </a:solidFill>
                  <a:latin typeface="台灣圓體-SemiBold" panose="020B0500000000000000" pitchFamily="34" charset="-120"/>
                  <a:ea typeface="台灣圓體-SemiBold" panose="020B0500000000000000" pitchFamily="34" charset="-120"/>
                </a:rPr>
                <a:t>Oh my god, Today needs to hit brain!</a:t>
              </a:r>
              <a:endParaRPr lang="zh-CN" altLang="en-US" sz="600" i="1" dirty="0">
                <a:solidFill>
                  <a:srgbClr val="566791"/>
                </a:solidFill>
                <a:latin typeface="台灣圓體-SemiBold" panose="020B0500000000000000" pitchFamily="34" charset="-120"/>
                <a:ea typeface="台灣圓體-SemiBold" panose="020B0500000000000000" pitchFamily="34" charset="-12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1447335B-086F-4E80-BE8E-FDF6D8E22370}"/>
                </a:ext>
              </a:extLst>
            </p:cNvPr>
            <p:cNvSpPr txBox="1"/>
            <p:nvPr/>
          </p:nvSpPr>
          <p:spPr>
            <a:xfrm>
              <a:off x="4826002" y="-35628"/>
              <a:ext cx="41306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solidFill>
                    <a:srgbClr val="EDEFEC"/>
                  </a:solidFill>
                  <a:latin typeface="Mistral" panose="03090702030407020403" pitchFamily="66" charset="0"/>
                </a:rPr>
                <a:t>Dudududu</a:t>
              </a:r>
              <a:r>
                <a:rPr lang="en-US" altLang="zh-CN" sz="1200" dirty="0">
                  <a:solidFill>
                    <a:srgbClr val="EDEFEC"/>
                  </a:solidFill>
                  <a:latin typeface="Mistral" panose="03090702030407020403" pitchFamily="66" charset="0"/>
                </a:rPr>
                <a:t> </a:t>
              </a:r>
              <a:r>
                <a:rPr lang="en-US" altLang="zh-CN" sz="1200" dirty="0" err="1">
                  <a:solidFill>
                    <a:srgbClr val="EDEFEC"/>
                  </a:solidFill>
                  <a:latin typeface="Mistral" panose="03090702030407020403" pitchFamily="66" charset="0"/>
                </a:rPr>
                <a:t>jiubi</a:t>
              </a:r>
              <a:endParaRPr lang="en-US" altLang="zh-CN" sz="1200" dirty="0">
                <a:solidFill>
                  <a:srgbClr val="EDEFEC"/>
                </a:solidFill>
                <a:latin typeface="Mistral" panose="03090702030407020403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5061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F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19B52A09-746C-4A77-8C40-CE636AB7FEFB}"/>
              </a:ext>
            </a:extLst>
          </p:cNvPr>
          <p:cNvGrpSpPr/>
          <p:nvPr/>
        </p:nvGrpSpPr>
        <p:grpSpPr>
          <a:xfrm>
            <a:off x="-2" y="-35628"/>
            <a:ext cx="8956679" cy="2211477"/>
            <a:chOff x="-2" y="-35628"/>
            <a:chExt cx="8956679" cy="2211477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C451D314-6B66-4B1F-8B40-F6C1F66F8B21}"/>
                </a:ext>
              </a:extLst>
            </p:cNvPr>
            <p:cNvSpPr/>
            <p:nvPr/>
          </p:nvSpPr>
          <p:spPr>
            <a:xfrm>
              <a:off x="-2" y="0"/>
              <a:ext cx="5759452" cy="2160588"/>
            </a:xfrm>
            <a:prstGeom prst="rect">
              <a:avLst/>
            </a:prstGeom>
            <a:solidFill>
              <a:srgbClr val="EDEF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1786B9F-5F42-4CB0-9C21-C4FF428B2E13}"/>
                </a:ext>
              </a:extLst>
            </p:cNvPr>
            <p:cNvSpPr/>
            <p:nvPr/>
          </p:nvSpPr>
          <p:spPr>
            <a:xfrm>
              <a:off x="2" y="2"/>
              <a:ext cx="5759450" cy="205740"/>
            </a:xfrm>
            <a:prstGeom prst="rect">
              <a:avLst/>
            </a:prstGeom>
            <a:solidFill>
              <a:srgbClr val="5667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8B38588-BE7D-41A3-B5BC-BC7E8A0FF3F9}"/>
                </a:ext>
              </a:extLst>
            </p:cNvPr>
            <p:cNvSpPr/>
            <p:nvPr/>
          </p:nvSpPr>
          <p:spPr>
            <a:xfrm>
              <a:off x="2" y="1805941"/>
              <a:ext cx="5759450" cy="354648"/>
            </a:xfrm>
            <a:prstGeom prst="rect">
              <a:avLst/>
            </a:prstGeom>
            <a:solidFill>
              <a:srgbClr val="F9D4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FAA3FBC0-B52B-434E-BFE7-5A1824519C23}"/>
                </a:ext>
              </a:extLst>
            </p:cNvPr>
            <p:cNvSpPr/>
            <p:nvPr/>
          </p:nvSpPr>
          <p:spPr>
            <a:xfrm>
              <a:off x="1700480" y="540121"/>
              <a:ext cx="3990202" cy="1211735"/>
            </a:xfrm>
            <a:prstGeom prst="roundRect">
              <a:avLst>
                <a:gd name="adj" fmla="val 6593"/>
              </a:avLst>
            </a:prstGeom>
            <a:solidFill>
              <a:srgbClr val="D3D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4CC6DF2E-4762-4939-882E-0F2BBC09A035}"/>
                </a:ext>
              </a:extLst>
            </p:cNvPr>
            <p:cNvGrpSpPr/>
            <p:nvPr/>
          </p:nvGrpSpPr>
          <p:grpSpPr>
            <a:xfrm>
              <a:off x="68772" y="277609"/>
              <a:ext cx="1611630" cy="1456464"/>
              <a:chOff x="0" y="142157"/>
              <a:chExt cx="1771650" cy="1601077"/>
            </a:xfrm>
          </p:grpSpPr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A0538D3D-ACE5-40B8-9F56-072E74DD3B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8770" y="760254"/>
                <a:ext cx="1649878" cy="982980"/>
              </a:xfrm>
              <a:prstGeom prst="rect">
                <a:avLst/>
              </a:prstGeom>
            </p:spPr>
          </p:pic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55D98A18-004D-4547-943B-6FDE4E441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142157"/>
                <a:ext cx="1771650" cy="577156"/>
              </a:xfrm>
              <a:prstGeom prst="rect">
                <a:avLst/>
              </a:prstGeom>
            </p:spPr>
          </p:pic>
        </p:grp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3F786473-D419-4E49-8649-AEB47ADA56A9}"/>
                </a:ext>
              </a:extLst>
            </p:cNvPr>
            <p:cNvSpPr/>
            <p:nvPr/>
          </p:nvSpPr>
          <p:spPr>
            <a:xfrm>
              <a:off x="1700480" y="443356"/>
              <a:ext cx="1458865" cy="45719"/>
            </a:xfrm>
            <a:prstGeom prst="roundRect">
              <a:avLst>
                <a:gd name="adj" fmla="val 34112"/>
              </a:avLst>
            </a:prstGeom>
            <a:solidFill>
              <a:srgbClr val="F9D4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DC2A532E-31BA-432B-8DF6-852710CFED79}"/>
                </a:ext>
              </a:extLst>
            </p:cNvPr>
            <p:cNvSpPr txBox="1"/>
            <p:nvPr/>
          </p:nvSpPr>
          <p:spPr>
            <a:xfrm>
              <a:off x="1624097" y="196556"/>
              <a:ext cx="16116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rgbClr val="566791"/>
                  </a:solidFill>
                  <a:latin typeface="台灣圓體-SemiBold" panose="020B0500000000000000" pitchFamily="34" charset="-120"/>
                  <a:ea typeface="台灣圓體-SemiBold" panose="020B0500000000000000" pitchFamily="34" charset="-120"/>
                </a:rPr>
                <a:t>主教菲比の圣言</a:t>
              </a: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B083E1D6-A760-46B2-AC90-2DE543B69E7E}"/>
                </a:ext>
              </a:extLst>
            </p:cNvPr>
            <p:cNvSpPr txBox="1"/>
            <p:nvPr/>
          </p:nvSpPr>
          <p:spPr>
            <a:xfrm>
              <a:off x="2301240" y="172877"/>
              <a:ext cx="9600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 err="1">
                  <a:solidFill>
                    <a:srgbClr val="F9D494"/>
                  </a:solidFill>
                  <a:latin typeface="Edwardian Script ITC" panose="030303020407070D0804" pitchFamily="66" charset="0"/>
                </a:rPr>
                <a:t>Pheobe</a:t>
              </a:r>
              <a:endParaRPr lang="zh-CN" altLang="en-US" sz="2000" i="1" dirty="0">
                <a:solidFill>
                  <a:srgbClr val="F9D494"/>
                </a:solidFill>
                <a:latin typeface="Edwardian Script ITC" panose="030303020407070D0804" pitchFamily="66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57426F77-C166-4E63-8EDF-313F024B4FF0}"/>
                </a:ext>
              </a:extLst>
            </p:cNvPr>
            <p:cNvSpPr txBox="1"/>
            <p:nvPr/>
          </p:nvSpPr>
          <p:spPr>
            <a:xfrm>
              <a:off x="3392489" y="1898850"/>
              <a:ext cx="33559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566791"/>
                  </a:solidFill>
                  <a:latin typeface="台灣圓體-SemiBold" panose="020B0500000000000000" pitchFamily="34" charset="-120"/>
                  <a:ea typeface="台灣圓體-SemiBold" panose="020B0500000000000000" pitchFamily="34" charset="-120"/>
                </a:rPr>
                <a:t>岁主在上，今天也要打起精神来！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074C21BD-69C1-4783-A762-ACF336C64470}"/>
                </a:ext>
              </a:extLst>
            </p:cNvPr>
            <p:cNvSpPr txBox="1"/>
            <p:nvPr/>
          </p:nvSpPr>
          <p:spPr>
            <a:xfrm>
              <a:off x="4302079" y="1798599"/>
              <a:ext cx="335597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i="1" dirty="0">
                  <a:solidFill>
                    <a:srgbClr val="566791"/>
                  </a:solidFill>
                  <a:latin typeface="台灣圓體-SemiBold" panose="020B0500000000000000" pitchFamily="34" charset="-120"/>
                  <a:ea typeface="台灣圓體-SemiBold" panose="020B0500000000000000" pitchFamily="34" charset="-120"/>
                </a:rPr>
                <a:t>Oh my god, Today needs to hit brain!</a:t>
              </a:r>
              <a:endParaRPr lang="zh-CN" altLang="en-US" sz="600" i="1" dirty="0">
                <a:solidFill>
                  <a:srgbClr val="566791"/>
                </a:solidFill>
                <a:latin typeface="台灣圓體-SemiBold" panose="020B0500000000000000" pitchFamily="34" charset="-120"/>
                <a:ea typeface="台灣圓體-SemiBold" panose="020B0500000000000000" pitchFamily="34" charset="-12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1447335B-086F-4E80-BE8E-FDF6D8E22370}"/>
                </a:ext>
              </a:extLst>
            </p:cNvPr>
            <p:cNvSpPr txBox="1"/>
            <p:nvPr/>
          </p:nvSpPr>
          <p:spPr>
            <a:xfrm>
              <a:off x="4826002" y="-35628"/>
              <a:ext cx="41306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solidFill>
                    <a:srgbClr val="EDEFEC"/>
                  </a:solidFill>
                  <a:latin typeface="Mistral" panose="03090702030407020403" pitchFamily="66" charset="0"/>
                </a:rPr>
                <a:t>Dudududu</a:t>
              </a:r>
              <a:r>
                <a:rPr lang="en-US" altLang="zh-CN" sz="1200" dirty="0">
                  <a:solidFill>
                    <a:srgbClr val="EDEFEC"/>
                  </a:solidFill>
                  <a:latin typeface="Mistral" panose="03090702030407020403" pitchFamily="66" charset="0"/>
                </a:rPr>
                <a:t> </a:t>
              </a:r>
              <a:r>
                <a:rPr lang="en-US" altLang="zh-CN" sz="1200" dirty="0" err="1">
                  <a:solidFill>
                    <a:srgbClr val="EDEFEC"/>
                  </a:solidFill>
                  <a:latin typeface="Mistral" panose="03090702030407020403" pitchFamily="66" charset="0"/>
                </a:rPr>
                <a:t>jiubi</a:t>
              </a:r>
              <a:endParaRPr lang="en-US" altLang="zh-CN" sz="1200" dirty="0">
                <a:solidFill>
                  <a:srgbClr val="EDEFEC"/>
                </a:solidFill>
                <a:latin typeface="Mistral" panose="03090702030407020403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5964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F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19B52A09-746C-4A77-8C40-CE636AB7FEFB}"/>
              </a:ext>
            </a:extLst>
          </p:cNvPr>
          <p:cNvGrpSpPr/>
          <p:nvPr/>
        </p:nvGrpSpPr>
        <p:grpSpPr>
          <a:xfrm>
            <a:off x="-2" y="-35628"/>
            <a:ext cx="8956679" cy="2211477"/>
            <a:chOff x="-2" y="-35628"/>
            <a:chExt cx="8956679" cy="2211477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C451D314-6B66-4B1F-8B40-F6C1F66F8B21}"/>
                </a:ext>
              </a:extLst>
            </p:cNvPr>
            <p:cNvSpPr/>
            <p:nvPr/>
          </p:nvSpPr>
          <p:spPr>
            <a:xfrm>
              <a:off x="-2" y="0"/>
              <a:ext cx="5759452" cy="2160588"/>
            </a:xfrm>
            <a:prstGeom prst="rect">
              <a:avLst/>
            </a:prstGeom>
            <a:solidFill>
              <a:srgbClr val="EDEF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1786B9F-5F42-4CB0-9C21-C4FF428B2E13}"/>
                </a:ext>
              </a:extLst>
            </p:cNvPr>
            <p:cNvSpPr/>
            <p:nvPr/>
          </p:nvSpPr>
          <p:spPr>
            <a:xfrm>
              <a:off x="2" y="2"/>
              <a:ext cx="5759450" cy="205740"/>
            </a:xfrm>
            <a:prstGeom prst="rect">
              <a:avLst/>
            </a:prstGeom>
            <a:solidFill>
              <a:srgbClr val="5667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8B38588-BE7D-41A3-B5BC-BC7E8A0FF3F9}"/>
                </a:ext>
              </a:extLst>
            </p:cNvPr>
            <p:cNvSpPr/>
            <p:nvPr/>
          </p:nvSpPr>
          <p:spPr>
            <a:xfrm>
              <a:off x="2" y="1805941"/>
              <a:ext cx="5759450" cy="354648"/>
            </a:xfrm>
            <a:prstGeom prst="rect">
              <a:avLst/>
            </a:prstGeom>
            <a:solidFill>
              <a:srgbClr val="F9D4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FAA3FBC0-B52B-434E-BFE7-5A1824519C23}"/>
                </a:ext>
              </a:extLst>
            </p:cNvPr>
            <p:cNvSpPr/>
            <p:nvPr/>
          </p:nvSpPr>
          <p:spPr>
            <a:xfrm>
              <a:off x="1700480" y="540121"/>
              <a:ext cx="3990202" cy="1211735"/>
            </a:xfrm>
            <a:prstGeom prst="roundRect">
              <a:avLst>
                <a:gd name="adj" fmla="val 6593"/>
              </a:avLst>
            </a:prstGeom>
            <a:solidFill>
              <a:srgbClr val="D3D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4CC6DF2E-4762-4939-882E-0F2BBC09A035}"/>
                </a:ext>
              </a:extLst>
            </p:cNvPr>
            <p:cNvGrpSpPr/>
            <p:nvPr/>
          </p:nvGrpSpPr>
          <p:grpSpPr>
            <a:xfrm>
              <a:off x="68772" y="277609"/>
              <a:ext cx="1611630" cy="1456464"/>
              <a:chOff x="0" y="142157"/>
              <a:chExt cx="1771650" cy="1601077"/>
            </a:xfrm>
          </p:grpSpPr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A0538D3D-ACE5-40B8-9F56-072E74DD3B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8770" y="760254"/>
                <a:ext cx="1649878" cy="982980"/>
              </a:xfrm>
              <a:prstGeom prst="rect">
                <a:avLst/>
              </a:prstGeom>
            </p:spPr>
          </p:pic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55D98A18-004D-4547-943B-6FDE4E441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142157"/>
                <a:ext cx="1771650" cy="577156"/>
              </a:xfrm>
              <a:prstGeom prst="rect">
                <a:avLst/>
              </a:prstGeom>
            </p:spPr>
          </p:pic>
        </p:grp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3F786473-D419-4E49-8649-AEB47ADA56A9}"/>
                </a:ext>
              </a:extLst>
            </p:cNvPr>
            <p:cNvSpPr/>
            <p:nvPr/>
          </p:nvSpPr>
          <p:spPr>
            <a:xfrm>
              <a:off x="1700480" y="443356"/>
              <a:ext cx="1458865" cy="45719"/>
            </a:xfrm>
            <a:prstGeom prst="roundRect">
              <a:avLst>
                <a:gd name="adj" fmla="val 34112"/>
              </a:avLst>
            </a:prstGeom>
            <a:solidFill>
              <a:srgbClr val="F9D4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DC2A532E-31BA-432B-8DF6-852710CFED79}"/>
                </a:ext>
              </a:extLst>
            </p:cNvPr>
            <p:cNvSpPr txBox="1"/>
            <p:nvPr/>
          </p:nvSpPr>
          <p:spPr>
            <a:xfrm>
              <a:off x="1624097" y="196556"/>
              <a:ext cx="16116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rgbClr val="566791"/>
                  </a:solidFill>
                  <a:latin typeface="台灣圓體-SemiBold" panose="020B0500000000000000" pitchFamily="34" charset="-120"/>
                  <a:ea typeface="台灣圓體-SemiBold" panose="020B0500000000000000" pitchFamily="34" charset="-120"/>
                </a:rPr>
                <a:t>主教菲比の圣言</a:t>
              </a: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B083E1D6-A760-46B2-AC90-2DE543B69E7E}"/>
                </a:ext>
              </a:extLst>
            </p:cNvPr>
            <p:cNvSpPr txBox="1"/>
            <p:nvPr/>
          </p:nvSpPr>
          <p:spPr>
            <a:xfrm>
              <a:off x="2301240" y="172877"/>
              <a:ext cx="9600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 err="1">
                  <a:solidFill>
                    <a:srgbClr val="F9D494"/>
                  </a:solidFill>
                  <a:latin typeface="Edwardian Script ITC" panose="030303020407070D0804" pitchFamily="66" charset="0"/>
                </a:rPr>
                <a:t>Pheobe</a:t>
              </a:r>
              <a:endParaRPr lang="zh-CN" altLang="en-US" sz="2000" i="1" dirty="0">
                <a:solidFill>
                  <a:srgbClr val="F9D494"/>
                </a:solidFill>
                <a:latin typeface="Edwardian Script ITC" panose="030303020407070D0804" pitchFamily="66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57426F77-C166-4E63-8EDF-313F024B4FF0}"/>
                </a:ext>
              </a:extLst>
            </p:cNvPr>
            <p:cNvSpPr txBox="1"/>
            <p:nvPr/>
          </p:nvSpPr>
          <p:spPr>
            <a:xfrm>
              <a:off x="3392489" y="1898850"/>
              <a:ext cx="33559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566791"/>
                  </a:solidFill>
                  <a:latin typeface="台灣圓體-SemiBold" panose="020B0500000000000000" pitchFamily="34" charset="-120"/>
                  <a:ea typeface="台灣圓體-SemiBold" panose="020B0500000000000000" pitchFamily="34" charset="-120"/>
                </a:rPr>
                <a:t>岁主在上，今天也要打起精神来！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074C21BD-69C1-4783-A762-ACF336C64470}"/>
                </a:ext>
              </a:extLst>
            </p:cNvPr>
            <p:cNvSpPr txBox="1"/>
            <p:nvPr/>
          </p:nvSpPr>
          <p:spPr>
            <a:xfrm>
              <a:off x="4302079" y="1798599"/>
              <a:ext cx="335597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i="1" dirty="0">
                  <a:solidFill>
                    <a:srgbClr val="566791"/>
                  </a:solidFill>
                  <a:latin typeface="台灣圓體-SemiBold" panose="020B0500000000000000" pitchFamily="34" charset="-120"/>
                  <a:ea typeface="台灣圓體-SemiBold" panose="020B0500000000000000" pitchFamily="34" charset="-120"/>
                </a:rPr>
                <a:t>Oh my god, Today needs to hit brain!</a:t>
              </a:r>
              <a:endParaRPr lang="zh-CN" altLang="en-US" sz="600" i="1" dirty="0">
                <a:solidFill>
                  <a:srgbClr val="566791"/>
                </a:solidFill>
                <a:latin typeface="台灣圓體-SemiBold" panose="020B0500000000000000" pitchFamily="34" charset="-120"/>
                <a:ea typeface="台灣圓體-SemiBold" panose="020B0500000000000000" pitchFamily="34" charset="-12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1447335B-086F-4E80-BE8E-FDF6D8E22370}"/>
                </a:ext>
              </a:extLst>
            </p:cNvPr>
            <p:cNvSpPr txBox="1"/>
            <p:nvPr/>
          </p:nvSpPr>
          <p:spPr>
            <a:xfrm>
              <a:off x="4826002" y="-35628"/>
              <a:ext cx="41306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solidFill>
                    <a:srgbClr val="EDEFEC"/>
                  </a:solidFill>
                  <a:latin typeface="Mistral" panose="03090702030407020403" pitchFamily="66" charset="0"/>
                </a:rPr>
                <a:t>Dudududu</a:t>
              </a:r>
              <a:r>
                <a:rPr lang="en-US" altLang="zh-CN" sz="1200" dirty="0">
                  <a:solidFill>
                    <a:srgbClr val="EDEFEC"/>
                  </a:solidFill>
                  <a:latin typeface="Mistral" panose="03090702030407020403" pitchFamily="66" charset="0"/>
                </a:rPr>
                <a:t> </a:t>
              </a:r>
              <a:r>
                <a:rPr lang="en-US" altLang="zh-CN" sz="1200" dirty="0" err="1">
                  <a:solidFill>
                    <a:srgbClr val="EDEFEC"/>
                  </a:solidFill>
                  <a:latin typeface="Mistral" panose="03090702030407020403" pitchFamily="66" charset="0"/>
                </a:rPr>
                <a:t>jiubi</a:t>
              </a:r>
              <a:endParaRPr lang="en-US" altLang="zh-CN" sz="1200" dirty="0">
                <a:solidFill>
                  <a:srgbClr val="EDEFEC"/>
                </a:solidFill>
                <a:latin typeface="Mistral" panose="03090702030407020403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660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209</TotalTime>
  <Words>203</Words>
  <Application>Microsoft Office PowerPoint</Application>
  <PresentationFormat>自定义</PresentationFormat>
  <Paragraphs>35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台灣圓體-SemiBold</vt:lpstr>
      <vt:lpstr>Arial</vt:lpstr>
      <vt:lpstr>Calibri</vt:lpstr>
      <vt:lpstr>Calibri Light</vt:lpstr>
      <vt:lpstr>Edwardian Script ITC</vt:lpstr>
      <vt:lpstr>Mistral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齐 晓鲁</dc:creator>
  <cp:lastModifiedBy>齐 晓鲁</cp:lastModifiedBy>
  <cp:revision>20</cp:revision>
  <dcterms:created xsi:type="dcterms:W3CDTF">2025-11-30T10:05:12Z</dcterms:created>
  <dcterms:modified xsi:type="dcterms:W3CDTF">2025-11-30T15:15:19Z</dcterms:modified>
</cp:coreProperties>
</file>